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Calorimeter timing cuts in the MAIA reconstruction chain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2918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ECAL and HCAL timing windows remove hits from clusters,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cut values avoid shaping the cluster energy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51206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MAIA_v0  ·  mucoll-sim-ubuntu24:v3.0 Gaudi chain  ·  no BIB overlay  ·  guns at θ = 90°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claude/maia-timing-cuts-study-wbtv1n  ·  full write-up in timing_studies/PLAN.md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and goal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timing cuts, and what “not shaping the energy” means here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035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Beam-induced background (BIB) arrives out of time, so the reconstruction applies aggressive timing cuts to calorimeter hits.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cuts are enforced at more than one point in the chain, and their combined effect on signal clusters had not been quantified.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measure how each timing cut removes hits/energy from ECAL and HCAL clusters, and suggest windows that do not strongly shape the cluster energy.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round is deliberately BIB-free: it isolates the signal side of the trade-off. The BIB side (occupancy re-admitted per window) is the natural follow-up.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times are relative:  Δt = t_arrival − r_cell/c  (time-of-flight from the IP at the speed of light already subtracted — the convention the code itself uses).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40880" y="1554480"/>
            <a:ext cx="4480560" cy="969264"/>
          </a:xfrm>
          <a:prstGeom prst="roundRect">
            <a:avLst>
              <a:gd name="adj" fmla="val 6604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05472" y="1609344"/>
            <a:ext cx="41513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Geant4 SimCalorimeterHits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energy deposit keeps its own time (detailed shower mode)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80576" y="2542032"/>
            <a:ext cx="201168" cy="219456"/>
          </a:xfrm>
          <a:prstGeom prst="downArrow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7040880" y="2761488"/>
            <a:ext cx="4480560" cy="969264"/>
          </a:xfrm>
          <a:prstGeom prst="roundRect">
            <a:avLst>
              <a:gd name="adj" fmla="val 6604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05472" y="2816352"/>
            <a:ext cx="41513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Digitization  ·  RealisticCaloDigi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per-contribution window Δt ∈ (−0.5, +10) ns  +  cell threshold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80576" y="3749040"/>
            <a:ext cx="201168" cy="219456"/>
          </a:xfrm>
          <a:prstGeom prst="downArrow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7040880" y="3968496"/>
            <a:ext cx="4480560" cy="969264"/>
          </a:xfrm>
          <a:prstGeom prst="roundRect">
            <a:avLst>
              <a:gd name="adj" fmla="val 6604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05472" y="4023360"/>
            <a:ext cx="41513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 ·  CaloHitSelector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time window (−0.3, +0.3) ns  +  energy threshold → *Sel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80576" y="4956048"/>
            <a:ext cx="201168" cy="219456"/>
          </a:xfrm>
          <a:prstGeom prst="downArrow">
            <a:avLst/>
          </a:prstGeom>
          <a:solidFill>
            <a:srgbClr val="1E2761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0" y="5175504"/>
            <a:ext cx="4480560" cy="969264"/>
          </a:xfrm>
          <a:prstGeom prst="roundRect">
            <a:avLst>
              <a:gd name="adj" fmla="val 6604"/>
            </a:avLst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05472" y="5230368"/>
            <a:ext cx="41513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PandoraPFA clustering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timing cuts — clusters inherit whatever survives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48472" y="6510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calorimeter timing-cut study  ·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and samples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Tutorial-tagged Gaudi chain (mcd-wiki “Running with Gaudi”), fully containerized and reproducible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583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ghcr.io/muoncollidersoft/mucoll-sim-ubuntu24:v3.0; steering from mucoll-benchmarks + MAIAConfig; algorithms from k4Reco; geometry MAIA_v0.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MAIAConfig pinned to d290d02 (2026-06-17): main requires a newer k4ActsTracking than the v3.0 container ships (the tutorial's known compatibility warning). Calo settings identical to main.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per sample: particle gun → ddsim (FTFP_BERT_HP, detailed shower mode: contributions keep individual times) → k4run digi → k4run reco (Pandora).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quirk needed to make this reproducible (entrypoint, threshold-map location, EvtMax, gun steering) is scripted in timing_studies/production/ and documented in PLAN.md.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46320"/>
          <a:ext cx="11091672" cy="914400"/>
        </p:xfrm>
        <a:graphic>
          <a:graphicData uri="http://schemas.openxmlformats.org/drawingml/2006/table">
            <a:tbl>
              <a:tblPr/>
              <a:tblGrid>
                <a:gridCol w="3776472"/>
                <a:gridCol w="2377440"/>
                <a:gridCol w="2011680"/>
                <a:gridCol w="1645920"/>
                <a:gridCol w="1280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photon gun  (ECAL phase)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/ 50 / 200 GeV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per 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90° (barrel)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π⁻ gun  (ECAL+HCAL phase)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/ 50 / 200 GeV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per 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90° (barrel)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Barrel-only by construction (θ = 90°); endcaps and θ dependence deferred to a follow-up θ scan.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348472" y="6510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calorimeter timing-cut study  ·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chain cuts on 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k4Reco / MAIAConfig source — two timing-cut levels act in sequence; Pandora adds none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246120"/>
                <a:gridCol w="3319272"/>
                <a:gridCol w="28346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 (instances)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the cut acts 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 /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digitization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RealisticCaloDigiSilicon / ScinPpd  (ECAL/HCAL, barrel+endcap)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Geant4 contribution:  Δt = t − r_cell/c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(−0.5, +10) 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1b · digi 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energy summed over IN-WINDOW contributions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ECAL 5×10⁻⁵ GeV (≈0.32 MIP)  ·  HCAL 0.5 MIP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selection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CaloHitSelector  (→ *CollectionSel, what Pandora sees)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digi hit time = EARLIEST accepted contribution Δt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(−0.3, +0.3) ns, exclusive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5E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2b · sel. 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 cell energy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ECAL: BIB mode map ≈ 1 MIP  ·  HCAL: 5×10⁻⁵ GeV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clustering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DDPandoraPFANewAlgorithm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timing cuts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80560"/>
            <a:ext cx="11091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interplay: a cell's ENERGY integrates everything out to +10 ns, but its TIME is the earliest accepted contribution. The ±0.3 ns selector therefore drops whole cells whose first deposit is late, while keeping every late deposit that shares a cell with a prompt one.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Tightening the digi window also kills cells through the threshold (1b acts on the windowed energy) — the two levels are coupled, which is why both are scanned together below.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348472" y="6510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calorimeter timing-cut study  ·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found while auditing the code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knowing independently of the tuning (details + line refs in PLAN.md §1)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EAF1FD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27048"/>
            <a:ext cx="507492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TOF correction — saved by a units accident
</a:t>
            </a:r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 hit time is already propagation-corrected, yet CaloHitSelector subtracts r/TMath::C() again. With r in mm and C in m/s the second term is ~10⁻⁶ ns, so the cut works on the intended variable — but only by accident. If someone “fixes” the units it becomes a real double correction. → report upstream.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17920" y="141732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EAF1FD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527048"/>
            <a:ext cx="507492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cellID truncation in RealisticCaloReco (k4Reco)
</a:t>
            </a:r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cellid = hit-&gt;getCellID() truncates 64 → 32 bits: every Rec/Coned/Sel calorimeter hit loses its x/y fields. Layer/stave/module survive, so calibration and the selector still work, but any consumer of full Sel-hit cellIDs gets degenerate IDs. → report upstream.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995928"/>
            <a:ext cx="507492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BIB-derived thresholds bite without BIB
</a:t>
            </a:r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ECAL selector threshold map (≈ 6.5 MeV ≈ 1 MIP per cell at θ = 90°) is derived from BIB occupancy but applied always. This study keeps it in numerator AND denominator so the timing effect is isolated — but it matters when interpreting absolute cluster energies.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388620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3995928"/>
            <a:ext cx="507492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digitization (validation nuance)
</a:t>
            </a:r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ECAL silicon: Poisson e–h smear (sub-%); HCAL scintillator: binomial SiPM pixel smear (~26% at 1 MIP), neither emulated. Sets the closure tolerances; timing behaviour itself is deterministic and reproduced exactly.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348472" y="6510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calorimeter timing-cut study  ·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simhit-level emulation of the full chain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simhit level: digitization lumps contributions together — only the sim record keeps each deposit's time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72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4630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—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SimCalorimeterHit contributions from the EDM4hep reco file (podio); per contribution: Δt = t − |cell position|/c and energy; per cell: position, layer, plus the ACTUAL Digi/Sel hits and Pandora clusters for closure.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24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5146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Emulate digitization —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window (min, max): cell energy = Σ in-window contributions; cell time = earliest accepted Δt; mean detector response (HCAL SiPM saturation) + thresholds exactly as in k4Reco.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67588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675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5661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Emulate selection —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 calibration → selector energy threshold (extracted ECAL map / flat HCAL) → selector time window on the cell time. Both windows are free parameters.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72744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727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6177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—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2D grid: digi max × selector window (symmetric and asymmetric), vectorized numpy → per-event retained energy at every grid point in seconds.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869680" y="1463040"/>
            <a:ext cx="2743200" cy="41148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052560" y="1600200"/>
            <a:ext cx="2377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trick
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digi window MIN fixed, the cell's earliest-time variable does not depend on the digi MAX — the max edge only changes cell energy and survival. The 2D scan is exact and cheap.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Emulation, not re-running
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sim pass per sample; every cut point afterwards is a numpy reduction, validated against genuine chain re-runs (next slide).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48472" y="6510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calorimeter timing-cut study  ·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emulation was validated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gates run per sample before any scan is trusted; then genuine re-runs of the chain at shifted cut settings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13232" y="2121408"/>
            <a:ext cx="323697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ECAL closure, per event
</a:t>
            </a:r>
            <a:pPr algn="ct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emulated vs actual Sel-collection energy sums, at default cuts AND every variant point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3716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43400" y="14630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 – 1.5%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07992" y="2121408"/>
            <a:ext cx="323697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HCAL closure, per event
</a:t>
            </a:r>
            <a:pPr algn="ct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 the un-emulated binomial SiPM smear; → 0.3% at high occupancy (200 GeV π)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3716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14630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1.0237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302752" y="2121408"/>
            <a:ext cx="323697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cluster / Sel sum
</a:t>
            </a:r>
            <a:pPr algn="ct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Pandora's EM calibration: cluster energy tracks hit selection — hit-level fractions ARE cluster-level fractions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611880"/>
            <a:ext cx="5532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Closure-gate ladder (run per sample, must pass before scanning)</a:t>
            </a:r>
            <a:endParaRPr lang="en-US" sz="13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flatten self-consistency: Σ contribution energies = SimCalorimeterHit energy (exact).</a:t>
            </a:r>
            <a:endParaRPr lang="en-US" sz="13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prompt Δt peak at ≈ 0 with sub-ns width → no unit or r/c-offset errors.</a:t>
            </a:r>
            <a:endParaRPr lang="en-US" sz="13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per-cell join, emulated vs ACTUAL Digi hits (full 64-bit cellIDs): identical cell sets to &lt;0.05%, energies to the stochastic tolerance, times to 10⁻⁶ ns.</a:t>
            </a:r>
            <a:endParaRPr lang="en-US" sz="13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emulated vs ACTUAL Sel hits per (event, layer): validates threshold-map lookup, MIP thresholds, SiPM saturation and the time window in one comparison.</a:t>
            </a:r>
            <a:endParaRPr lang="en-US" sz="13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event-level Sel energy sums (numbers above).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46520" y="3611880"/>
            <a:ext cx="5166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Real-chain variant re-runs (the decisive check)</a:t>
            </a:r>
            <a:endParaRPr lang="en-US" sz="13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k4run digi+reco genuinely re-run on the same sim files with property overrides on all four Digi / all four Selector instances coherently.</a:t>
            </a:r>
            <a:endParaRPr lang="en-US" sz="13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Matrix: {selector ±0.15 ns, selector ±1.0 ns, digi max 2 ns} × {γ, π⁻} × {10, 50, 200 GeV} — 18 variant reconstructions.</a:t>
            </a:r>
            <a:endParaRPr lang="en-US" sz="13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Emulation matches every variant's Sel sums per event to &lt;0.1% (ECAL) / ~1% median (HCAL), and the Pandora cluster follows the Sel sum at each point.</a:t>
            </a:r>
            <a:endParaRPr lang="en-US" sz="13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one sim pass + emulation is equivalent to re-running digitization and selection at every scan point.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48472" y="6510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calorimeter timing-cut study  ·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Photons: where the ECAL energy is in time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3444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configuration:  </a:t>
            </a:r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 built at the DEFAULT digi window (−0.5, +10) ns; no selector cut applied — guide lines mark the current selector ±0.3 ns and digi max 10 ns edges. Cell time = earliest accepted contribution.</a:t>
            </a:r>
            <a:endParaRPr lang="en-US" sz="1150" dirty="0"/>
          </a:p>
        </p:txBody>
      </p:sp>
      <p:pic>
        <p:nvPicPr>
          <p:cNvPr id="5" name="Image 0" descr="../plots/ecal_photons/dt_cellearliest_EcalBarr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989320" cy="42793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0" y="201168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Energy-weighted Δt of ECAL barrel cells: a prompt peak at Δt ≈ +0.02 ns carrying ≈99.5% of the energy within ±0.5 ns.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spectrum falls three orders of magnitude within ~1 ns, then a flat tail at the 10⁻⁵/ns level extends past 10 ns.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shape at 10 / 50 / 200 GeV → whatever a window cuts, it cuts nearly the same fraction at every energy (little scope for shaping — quantified next).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conclusion at contribution level (no cuts at all): plot in plots/ecal_photons/dt_contrib_EcalBarrel.png.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348472" y="6510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calorimeter timing-cut study  ·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ECAL / photons — selector window scan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3444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configuration:  </a:t>
            </a:r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 window FIXED at default (−0.5, +10) ns; selector window varied, symmetric ±w. Denominator everywhere: same energy thresholds, NO timing cuts at either level (digi max 100 ns, selector open).</a:t>
            </a:r>
            <a:endParaRPr lang="en-US" sz="1150" dirty="0"/>
          </a:p>
        </p:txBody>
      </p:sp>
      <p:pic>
        <p:nvPicPr>
          <p:cNvPr id="5" name="Image 0" descr="../plots/ecal_photons/retained_vs_selwid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4434840" cy="443484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1828800"/>
          <a:ext cx="64008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selector window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GeV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GeV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GeV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±0.3 ns  (current)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5E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±0.5 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±1.0 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 &lt; t &lt; +0.5 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 &lt; t &lt; +1.0 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257800" y="416052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±0.3 ns: a flat 0.6% loss, identical at all three energies — an offset, not a shape.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rows equal symmetric ones → ALL loss is on the late side; the early edge (−0.3 ns) removes nothing.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Event-to-event spread of the retained fraction (a resolution term): 0.46 / 0.21 / 0.13% at ±0.3 ns, halving at ±0.5 ns.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8348472" y="6510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calorimeter timing-cut study  ·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ECAL / photons — digi window scan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3444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configuration:  </a:t>
            </a:r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 max varied with digi min FIXED at −0.5 ns. Two curve families: selector OPEN (solid — isolates the digi cut) and selector at the DEFAULT ±0.3 ns (dashed — the two cuts combined). Denominator as before: no timing cuts.</a:t>
            </a:r>
            <a:endParaRPr lang="en-US" sz="1150" dirty="0"/>
          </a:p>
        </p:txBody>
      </p:sp>
      <p:pic>
        <p:nvPicPr>
          <p:cNvPr id="5" name="Image 0" descr="../plots/ecal_photons/retained_vs_digima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5989320" cy="42793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0" y="201168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 window is a non-issue for the ECAL: with the selector open, even max = 1 ns keeps &gt; 99.8%; at 2 ns the loss is &lt; 0.1% at all energies.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selector at ±0.3 ns (dashed), the curves saturate at the selector's own 99.4% — beyond ~2 ns the digi edge is irrelevant because the selector dominates.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the current 10 ns is generously safe — or can be tightened to ~2–3 ns for free if BIB energy integrated in the (0.3, 10) ns tail of prompt cells proves harmful.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 min scan (−0.25 / −0.5 / −1.0 ns): no effect on photons.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348472" y="6510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calorimeter timing-cut study  ·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Pions: hadronic showers are late — by construction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3444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configuration:  </a:t>
            </a:r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 built at the DEFAULT digi window (−0.5, +10) ns; no selector cut applied — guide lines mark the current selector ±0.3 ns and digi max 10 ns edges.</a:t>
            </a:r>
            <a:endParaRPr lang="en-US" sz="1150" dirty="0"/>
          </a:p>
        </p:txBody>
      </p:sp>
      <p:pic>
        <p:nvPicPr>
          <p:cNvPr id="5" name="Image 0" descr="../plots/hcal_pions/dt_cellearliest_HcalBarr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5989320" cy="42793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0" y="201168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~59% of the HCAL and ~78% of the ECAL pion energy arrives within ±0.5 ns.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neutron-dominated late component spreads over tens of ns in cell earliest-time (and hundreds of ns at contribution level) — it is intrinsic to hadronic showers, not an artifact.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late deposits land in cells whose FIRST deposit is prompt: those survive the selector via the +10 ns digi integration. Cells that light up late are dropped whole — the dominant hadronic loss mechanism.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for hadrons the window choice is a genuine trade-off; no reasonable window recovers everything.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348472" y="6510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calorimeter timing-cut study  ·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Pions: what the current cuts do to cluster energy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3444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configuration:  </a:t>
            </a:r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states BOTH cut levels explicitly. Retained fraction = median over events, ECAL+HCAL barrel summed; 68% event spread in parentheses. Denominator: same thresholds, no timing cuts.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5056632"/>
                <a:gridCol w="201168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 window  +  selector window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GeV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GeV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GeV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(−0.5, +10) ns  +  ±0.3 ns   ← current defaults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0.709 (0.129)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0.789 (0.066)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0.845 (0.046)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5E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(−0.5, +10) ns  +  ±1.0 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0.883 (0.071)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0.908 (0.034)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0.929 (0.022)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(−0.5, +10) ns  +  ±2.0 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0.923 (0.051)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0.938 (0.024)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0.952 (0.017)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(−0.5, +10) ns  +  ±5.0 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0.965 (0.025)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0.969 (0.013)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0.975 (0.009)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(−0.5, +10) ns  +  selector OPEN  (digi cut alone)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 (0.013)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 (0.007)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 (0.005)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(−0.5, +25) ns  +  selector OPEN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 (0.007)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 (0.003)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 (0.002)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52628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defaults remove 15–29% of the hadronic calorimeter energy, with ~14% response non-linearity between 10 and 200 GeV and a 5–13% event-to-event spread — genuine cluster-energy shaping.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 in the REAL chain (not emulation): the median 10 GeV π leading Pandora cluster moves 5.35 → 8.90 GeV between selector ±0.15 ns and ±1.0 ns (digi window at default in both).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348472" y="6510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calorimeter timing-cut study  ·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the ECAL window alone (γ + π)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3444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configuration:  </a:t>
            </a:r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ECAL barrel only; digi window FIXED at default (−0.5, +10) ns; ECAL selector window varied. Selector windows factorize per cell, so ECAL and HCAL tune independently. Denominator: no timing cuts.</a:t>
            </a:r>
            <a:endParaRPr lang="en-US" sz="1150" dirty="0"/>
          </a:p>
        </p:txBody>
      </p:sp>
      <p:pic>
        <p:nvPicPr>
          <p:cNvPr id="5" name="Image 0" descr="../plots/hcal_pions/retained_vs_selwidth_e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4023360" cy="402336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965960"/>
          <a:ext cx="68122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868680"/>
                <a:gridCol w="868680"/>
                <a:gridCol w="868680"/>
                <a:gridCol w="868680"/>
                <a:gridCol w="868680"/>
                <a:gridCol w="8686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ECAL window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 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 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 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 200/10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±0.3 ns (cur.)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5E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±0.5 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±1.0 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±2.0 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±5.0 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846320" y="4297680"/>
            <a:ext cx="6812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 200/10 = retained(200 GeV) / retained(10 GeV): the response-linearity (shaping) metric.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Photons alone would let the ECAL sit at +0.5 ns — but the ECAL half of hadronic showers is also late.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±0.3 ns the pion ECAL response carries 15% non-linearity; (−0.3, +2.0) ns brings it to 1.6% with photons still exactly lossless.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BIB forces tighter: +1.0 ns is the compromise (5% non-linearity).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8348472" y="6510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calorimeter timing-cut study  ·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the HCAL window on its own (pions)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3444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configuration:  </a:t>
            </a:r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HCAL barrel only; digi window FIXED at default (−0.5, +10) ns; HCAL selector window varied. Denominator: no timing cuts. Photons contribute only ~0.05% leakage here — pions are the relevant probe.</a:t>
            </a:r>
            <a:endParaRPr lang="en-US" sz="1150" dirty="0"/>
          </a:p>
        </p:txBody>
      </p:sp>
      <p:pic>
        <p:nvPicPr>
          <p:cNvPr id="5" name="Image 0" descr="../plots/hcal_pions/retained_vs_selwidth_h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4023360" cy="4023360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965960"/>
          <a:ext cx="681228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417320"/>
                <a:gridCol w="1417320"/>
                <a:gridCol w="1417320"/>
                <a:gridCol w="10515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HCAL window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 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 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 200/10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±0.3 ns (cur.)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0.515 (0.37)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0.613 (0.16)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0.762 (0.10)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5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5E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±1.0 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0.785 (0.31)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0.839 (0.11)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0.886 (0.05)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±2.0 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0.846 (0.19)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0.886 (0.07)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0.919 (0.04)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±5.0 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0.934 (0.10)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0.947 (0.03)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0.960 (0.02)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 (0.04)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0.978 (0.02)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 (0.01)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846320" y="4297680"/>
            <a:ext cx="6812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±0.3 ns keeps only 52–76% of the HCAL energy, with 48% non-linearity and up to 37% event spread — this cut, not the digi window, drives the hadronic shaping.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doubling of the late edge roughly halves loss and spread; the response flattens around +5 ns (2.8% non-linearity).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Loosening the digi window 10 → 25 ns adds 1–2% more, relevant mainly once the selector is at +5 ns.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8348472" y="6510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calorimeter timing-cut study  ·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GeV HCAL spread bump, explained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68% band on the previous slide is a percentile of a distribution that is far from Gaussian at low energy — here are the distributions themselves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3444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configuration:  </a:t>
            </a:r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HCAL barrel, π⁻; digi window FIXED at default (−0.5, +10) ns; selector windows in the legends. f = per-event E(window) / E(no timing cuts) — the same quantity whose median and 68% band appear on the previous slide.</a:t>
            </a:r>
            <a:endParaRPr lang="en-US" sz="1150" dirty="0"/>
          </a:p>
        </p:txBody>
      </p:sp>
      <p:pic>
        <p:nvPicPr>
          <p:cNvPr id="6" name="Image 0" descr="../plots/hcal_pions/fraction_dist_HcalBarr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01952"/>
            <a:ext cx="10469880" cy="31455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138928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GeV: a distinct population retains f = 0 exactly — 17 events at the current ±0.3 ns, still 9 at ±2 ns: no HCAL cell has an early-enough FIRST deposit (the HCAL piece is small — median ~2 GeV, ~15 cells — late and neutron-dominated). The 16th percentile sits at 0 up to w = 0.3 ns.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the window pulls prompt-rich events to f ≈ 1 while late-dominated events stay near 0: the distribution stretches across [0, 1], so the 68% spread PEAKS (~0.40 at w ≈ 0.4–0.75 ns) where the median crosses mid-range — a p(1−p)-type maximum — then collapses as everything converges to f ≈ 1. The rise-then-fall of the blue curve is expected, not a glitch.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200 GeV: showers average over many more cells and sub-showers — a single peak that narrows and moves right, no f = 0 spike, monotonic spread. At 10 GeV and ±0.3 ns the HCAL flips between seeing the shower and seeing nothing, event by event — not a smeared measurement.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348472" y="6510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calorimeter timing-cut study  ·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timing cuts (no-BIB baseline)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2A3775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1481328"/>
            <a:ext cx="31638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ECAL selector
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(−0.3, +2.0) ns
</a:t>
            </a:r>
            <a:pPr indent="0" marL="0">
              <a:buNone/>
            </a:pPr>
            <a:r>
              <a:rPr lang="en-US" sz="1150" dirty="0">
                <a:solidFill>
                  <a:srgbClr val="B9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photons stay exactly lossless; hadronic-ECAL non-linearity 15% → 1.6%. Compromise under BIB pressure: +1.0 ns. EM-only use case: +0.5 ns suffices.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343400" y="132588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2A3775"/>
          </a:solidFill>
          <a:ln/>
        </p:spPr>
      </p:sp>
      <p:sp>
        <p:nvSpPr>
          <p:cNvPr id="6" name="Text 4"/>
          <p:cNvSpPr/>
          <p:nvPr/>
        </p:nvSpPr>
        <p:spPr>
          <a:xfrm>
            <a:off x="4544568" y="1481328"/>
            <a:ext cx="31638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HCAL selector
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(−0.3, +5.0) ns
</a:t>
            </a:r>
            <a:pPr indent="0" marL="0">
              <a:buNone/>
            </a:pPr>
            <a:r>
              <a:rPr lang="en-US" sz="1150" dirty="0">
                <a:solidFill>
                  <a:srgbClr val="B9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flattens (non-linearity 2.8%, 93–96% retained). Floor: +2.0 ns (8.7%). The current ±0.3 ns should not be used for hadronic calorimetry unless BIB demands 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38160" y="132588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2A3775"/>
          </a:solidFill>
          <a:ln/>
        </p:spPr>
      </p:sp>
      <p:sp>
        <p:nvSpPr>
          <p:cNvPr id="8" name="Text 6"/>
          <p:cNvSpPr/>
          <p:nvPr/>
        </p:nvSpPr>
        <p:spPr>
          <a:xfrm>
            <a:off x="8339328" y="1481328"/>
            <a:ext cx="31638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 windows
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ECAL 2–3 ns  ·  HCAL ~25 ns
</a:t>
            </a:r>
            <a:pPr indent="0" marL="0">
              <a:buNone/>
            </a:pPr>
            <a:r>
              <a:rPr lang="en-US" sz="1150" dirty="0">
                <a:solidFill>
                  <a:srgbClr val="B9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knobs: ECAL can tighten for free (BIB in the integration tail); HCAL loosening recovers 1–2%, relevant once the selector is at +5 ns.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11091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edges stay at −0.3 ns everywhere — they remove nothing from signal at any energy, for either particle type.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selector retune shifts the hadronic energy scale by 10–25%: Pandora's hadronic calibration and software-compensation weights must be re-derived alongside.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Caveats: no BIB (the other side of the trade-off), θ = 90° barrel only, 100 events/point.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repeat with BIB overlay to plot signal-retained vs BIB-admitted per window on the same axes; θ scan for the endcaps; upstream reports for the two code findings.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plots and full write-up: timing_studies/ on branch claude/maia-timing-cuts-study-wbtv1n (PLAN.md)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2026-07-30T22:02:01Z</dcterms:created>
  <dcterms:modified xsi:type="dcterms:W3CDTF">2026-07-30T22:02:01Z</dcterms:modified>
</cp:coreProperties>
</file>